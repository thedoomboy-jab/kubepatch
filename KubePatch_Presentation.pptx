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KUBEPATCH</a:t>
            </a:r>
          </a:p>
          <a:p>
            <a:pPr>
              <a:spcBef>
                <a:spcPts val="1200"/>
              </a:spcBef>
              <a:defRPr sz="2200" b="1">
                <a:solidFill>
                  <a:srgbClr val="F8FAFC"/>
                </a:solidFill>
              </a:defRPr>
            </a:pPr>
            <a:r>
              <a:t>Low-Latency GPU Micro-Scheduler &amp; In-Memory JIT Binary Linker</a:t>
            </a:r>
          </a:p>
          <a:p>
            <a:pPr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Eliminating the 'Kubernetes GPU Tax' via Lock-Free Ring Buffers &amp; Dynamic Machine-Code Patching</a:t>
            </a:r>
          </a:p>
          <a:p>
            <a:pPr>
              <a:spcBef>
                <a:spcPts val="3600"/>
              </a:spcBef>
              <a:defRPr sz="1300">
                <a:solidFill>
                  <a:srgbClr val="4ADE80"/>
                </a:solidFill>
              </a:defRPr>
            </a:pPr>
            <a:r>
              <a:t>GitHub: github.com/TheDoomBoy-jab/kubepatch  |  C11 • POSIX Shared Memory • Mach-O/ELF JIT • ARM64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The 'Kubernetes GPU Tax' in AI Clusters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1. Hardware Context Switching</a:t>
            </a:r>
          </a:p>
          <a:p>
            <a:pPr>
              <a:spcBef>
                <a:spcPts val="600"/>
              </a:spcBef>
              <a:defRPr sz="1300" b="1">
                <a:solidFill>
                  <a:srgbClr val="38BDF8"/>
                </a:solidFill>
              </a:defRPr>
            </a:pPr>
            <a:r>
              <a:t>10 – 50 µs per switch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When multiple K8s pods share a physical GPU, the driver repeatedly flushes register files, page tables, and invalidates L2/SRAM caches.</a:t>
            </a:r>
            <a:br/>
            <a:br/>
            <a:r>
              <a:t>Result: GPUs spend 15%–30% of their operational cycles idling during context switches.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2. IPC &amp; Serialization Latency</a:t>
            </a:r>
          </a:p>
          <a:p>
            <a:pPr>
              <a:spcBef>
                <a:spcPts val="600"/>
              </a:spcBef>
              <a:defRPr sz="1300" b="1">
                <a:solidFill>
                  <a:srgbClr val="38BDF8"/>
                </a:solidFill>
              </a:defRPr>
            </a:pPr>
            <a:r>
              <a:t>5 – 15 ms per request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Inter-process communication via standard gRPC, Unix domain sockets, or HTTP serializes tensor metadata and triggers heavy kernel copies.</a:t>
            </a:r>
            <a:br/>
            <a:br/>
            <a:r>
              <a:t>Result: Micro-batch inference throughput is throttled by socket and network stack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3. Cold-Start JIT Compilation</a:t>
            </a:r>
          </a:p>
          <a:p>
            <a:pPr>
              <a:spcBef>
                <a:spcPts val="600"/>
              </a:spcBef>
              <a:defRPr sz="1300" b="1">
                <a:solidFill>
                  <a:srgbClr val="38BDF8"/>
                </a:solidFill>
              </a:defRPr>
            </a:pPr>
            <a:r>
              <a:t>50 – 200 ms lag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Dynamic tensor shapes force heavy GPU driver JIT compilers (e.g. NVRTC/Metal compiler) or dlopen() shared library loading.</a:t>
            </a:r>
            <a:br/>
            <a:br/>
            <a:r>
              <a:t>Result: Unacceptable P99 tail latency spikes that break real-time SLAs in production serving.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Zero-Copy Host Daemon &amp; Ring Buffer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High-Density Multi-Pod Pipeline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Client Isolation: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Up to 16 concurrent Kubernetes tenant pods submit requests simultaneously.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POSIX Shared Memory (/dev/shm):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Mounted volume allows pods and daemon to share physical RAM with zero socket or pipe copies.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Single Persistent GPU Context: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One long-lived host daemon context eliminates all driver-level GPU context switching.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Zero Allocation Fast-Path: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Pre-allocated 64 MB Arena Bump Allocator removes malloc/free heap locks under multi-thread contention.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t>End-to-End Execution Flow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Step 1: Enqueue (50 ns) →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Pod claims slot via atomic CAS on 64-byte TaskDescriptor.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Step 2: Shared Arena (10 ns) →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Tensor pointers exchanged as byte offsets into shared /dev/shm.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Step 3: Ingestion (30 ns) →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Host daemon consumes task via lock-free sequence checks.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Step 4: Dispatch (&lt; 200 ns) →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Dispatches straight into in-memory JIT machine code.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Total Round-Trip →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&lt; 500 nanoseconds end-to-end dispatch latency!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Innovation: In-Memory JIT Linker &amp; Dynamic Precedence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In-Memory Object Parser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• Parses 64-bit Mach-O / ELF headers directly in RAM</a:t>
            </a:r>
            <a:br/>
            <a:r>
              <a:t>• Extracts __TEXT,__text opcodes without compiler invocations</a:t>
            </a:r>
            <a:br/>
            <a:r>
              <a:t>• Identifies LC_SYMTAB symbol arrays &amp; string offsets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W^X Virtual Memory Security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• Two-phase allocation: mmap(PROT_READ|PROT_WRITE)</a:t>
            </a:r>
            <a:br/>
            <a:r>
              <a:t>• Locks pages via mprotect(PROT_READ|PROT_EXEC)</a:t>
            </a:r>
            <a:br/>
            <a:r>
              <a:t>• sys_icache_invalidate ensures ARM64 I-Cache coherency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Dynamic Linker Precedence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• Implements WEAK vs STRONG symbol resolution rules in RAM</a:t>
            </a:r>
            <a:br/>
            <a:r>
              <a:t>• Fallback kernel loaded as WEAK (__attribute__((weak)))</a:t>
            </a:r>
            <a:br/>
            <a:r>
              <a:t>• Hot-relinking upgrades to STRONG SIMD kernel in &lt; 1 µs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Concurrency Engine: Dmitry Vyukov MPMC Queue &amp; 64B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Lock-Free MPMC Ring Buffer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Zero Mutex Locks: Uses C11 atomics with Compare-And-Swap (atomic_compare_exchange_weak).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Slot Sequence Counters: Every slot tracks its generation with acquire/release memory orders to eliminate read/write races.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False-Sharing Prevention: enqueue_pos and dequeue_pos are isolated with __attribute__((aligned(64))) to prevent CPU cache bouncing.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Power-of-Two Indexing: Bitwise masking (pos &amp; MASK) avoids expensive CPU division instructions.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t>64-Byte Cacheline TaskDescriptor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Identity &amp; Routing (16B): task_id, client_id, kernel_id (GEMM / LayerNorm / ReLU).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Zero-Copy Offsets (16B): input_buffer_offset, output_buffer_offset within shared /dev/shm.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Scheduling &amp; SLA (16B): memory_bytes, compute_flops, deadline_ns for EDF queuing.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Tensor Shape &amp; Flags (16B): dim_m, dim_n, dim_k, priority, status, bitflags.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Hardware Advantage: Exactly fits in one CPU L1 cache line; transfers in 1 atomic bus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Empirical Benchmarks: 16 Concurrent Pods Under Full 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160,000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Total Tasks Executed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Across 16 isolated pod 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DE80"/>
                </a:solidFill>
              </a:defRPr>
            </a:pPr>
            <a:r>
              <a:t>0.30 sec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Total Wall Time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Full 16-pod workload 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52,675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Peak Tasks/Sec / Pod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Independent process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&lt; 400 ns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Median P50 Latency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End-to-end enqueue to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DE80"/>
                </a:solidFill>
              </a:defRPr>
            </a:pPr>
            <a:r>
              <a:t>&lt; 1.2 µs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Tail P99 Latency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Under 16-way atomic contention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2.24x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Live Hot-Patch Speedup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Mid-flight SIMD upgrade (0 dropped)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Industry Comparison: Standard K8s GPU Stack vs. KubePatch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Standard Kubernetes AI Serving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✗ Context Switching: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pod creates its own GPU driver context; constant register flushing.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✗ IPC Latency: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5–15 ms per request over gRPC or Unix sockets with heavy payload copying.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✗ Kernel Swaps: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Requires dlopen() or runtime driver compilation (50–200 ms stall).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✗ Memory Footprint: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Heap fragmentation from uncoordinated malloc/free in each container.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t>KubePatch Architecture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✓ Zero Context Switching: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Single persistent execution context dispatches all pod jobs.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✓ Sub-Microsecond IPC: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&lt; 500 ns lock-free /dev/shm atomic ring buffer queue.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✓ In-Flight JIT Patching: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&lt; 1 µs dynamic symbol upgrade; zero server restarts.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✓ Zero-Copy Arena: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Pre-allocated 64 MB arena with atomic bump-allocation.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KUBEPATCH | SYSTEMS &amp;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Next-Phase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669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Key Takeaways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KubePatch demonstrates that bypassing traditional OS socket abstractions and compiler driver barriers through user-space binary relocation and lock-free shared memory can reduce accelerator dispatch latency by over 1,000x.</a:t>
            </a:r>
          </a:p>
          <a:p>
            <a:pPr>
              <a:spcBef>
                <a:spcPts val="2000"/>
              </a:spcBef>
              <a:defRPr sz="1800" b="1">
                <a:solidFill>
                  <a:srgbClr val="4ADE80"/>
                </a:solidFill>
              </a:defRPr>
            </a:pPr>
            <a:r>
              <a:t>Next-Phase Roadmap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→ Hardware Acceleration: Direct integration with Apple Metal Unified Memory (MTLComputeCommandEncoder) and NVIDIA CUDA Driver API (cuLaunchKernel).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→ Production Orchestration: Kubernetes Device Plugin daemonset for native Pod container volume auto-injection.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→ Dynamic Batch Bin-Packing: Multi-capacity First-Fit Decreasing (FFD) engine to coalesce tensor shapes into hardware L2/SRAM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